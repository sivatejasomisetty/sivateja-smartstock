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SmartStock Inventory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Weekly Work Progress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SmartStock is an inventory optimization system for retail stores</a:t>
            </a:r>
          </a:p>
          <a:p>
            <a:r>
              <a:t>• Features include stock monitoring, product predictions, and admin dashboard</a:t>
            </a:r>
          </a:p>
          <a:p>
            <a:r>
              <a:t>• Tech Stack: React.js (Frontend), Python (Backend), Database + ML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Progress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week I worked mainly on the frontend:</a:t>
            </a:r>
          </a:p>
          <a:p>
            <a:r>
              <a:t>• Developed the Login Page (teammate contributed major part)</a:t>
            </a:r>
          </a:p>
          <a:p>
            <a:r>
              <a:t>• Built the Dashboard UI (teammate contributed major part)</a:t>
            </a:r>
          </a:p>
          <a:p>
            <a:r>
              <a:t>• Created Products Page</a:t>
            </a:r>
          </a:p>
          <a:p>
            <a:r>
              <a:t>• Created Predictions Page</a:t>
            </a:r>
          </a:p>
          <a:p>
            <a:r>
              <a:t>• Integrated basic navigation between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UI for store owners to access the dashboard</a:t>
            </a:r>
          </a:p>
          <a:p>
            <a:r>
              <a:t>• Authentication logic will be connected to backend</a:t>
            </a:r>
          </a:p>
          <a:p>
            <a:r>
              <a:t>• Layout and styling improved</a:t>
            </a:r>
          </a:p>
          <a:p>
            <a:r>
              <a:t>• (Add screenshot during presentation)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Displays key metrics such as stock status and alerts</a:t>
            </a:r>
          </a:p>
          <a:p>
            <a:r>
              <a:t>• Clean UI with navigation bar</a:t>
            </a:r>
          </a:p>
          <a:p>
            <a:r>
              <a:t>• Team contribution: major part done by teammate</a:t>
            </a:r>
          </a:p>
          <a:p>
            <a:r>
              <a:t>• (Add screenshot during presentation)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Displays list of products with details</a:t>
            </a:r>
          </a:p>
          <a:p>
            <a:r>
              <a:t>• Designed responsive layout</a:t>
            </a:r>
          </a:p>
          <a:p>
            <a:r>
              <a:t>• CRUD operations will be integrated with backend</a:t>
            </a:r>
          </a:p>
          <a:p>
            <a:r>
              <a:t>• (Add screenshot during presentation)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UI for displaying ML-based stock predictions</a:t>
            </a:r>
          </a:p>
          <a:p>
            <a:r>
              <a:t>• Placeholder layout created for future model outputs</a:t>
            </a:r>
          </a:p>
          <a:p>
            <a:r>
              <a:t>• (Add screenshot during presentation)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Connect frontend pages to backend APIs</a:t>
            </a:r>
          </a:p>
          <a:p>
            <a:r>
              <a:t>• Add stock prediction model results</a:t>
            </a:r>
          </a:p>
          <a:p>
            <a:r>
              <a:t>• Improve UI animations and user experience</a:t>
            </a:r>
          </a:p>
          <a:p>
            <a:r>
              <a:t>• Work on real-time data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