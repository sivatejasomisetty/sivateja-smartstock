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7" r:id="rId5"/>
    <p:sldId id="307" r:id="rId6"/>
    <p:sldId id="278" r:id="rId7"/>
    <p:sldId id="308" r:id="rId8"/>
    <p:sldId id="318" r:id="rId9"/>
    <p:sldId id="309" r:id="rId10"/>
    <p:sldId id="319" r:id="rId11"/>
    <p:sldId id="263" r:id="rId12"/>
    <p:sldId id="320" r:id="rId13"/>
    <p:sldId id="321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11/20/2025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50C45-B2A7-4669-6A79-6971A6C92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58B1B-76E8-ED68-3FDF-59F706672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CAFAF-7DED-5C32-7C84-8CB2C4530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95BCF-1A02-3CEC-A192-517688997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4909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79B6C-3612-22F8-AC35-137A9E6FC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382A6-878C-D18B-4996-21C78ED38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36096-C0EF-FACF-5B2E-30B00E10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D645E-8F55-2789-44C3-A8548B59C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6348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B595E-877E-B0F4-B2AA-5D0B69BA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829D3-7699-4FFE-1DF6-A5E2A4945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46265-F428-3924-5BBB-A0AF1B6B3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6C9C3-15A6-0174-3257-41A98AE5E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90332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127D9-0F1E-DB13-0201-FABC440F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063CB-2071-B518-67EB-645D63FEA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BBA51-EF46-CC8B-65BA-39655CE47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DCD9E-3CA1-A726-83E5-475D1C61E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8778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 err="1"/>
              <a:t>SmartStock</a:t>
            </a:r>
            <a:r>
              <a:rPr lang="en-US" dirty="0"/>
              <a:t> Inventory Optimization for Retail Stores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089035"/>
              </p:ext>
            </p:extLst>
          </p:nvPr>
        </p:nvGraphicFramePr>
        <p:xfrm>
          <a:off x="6869113" y="1143000"/>
          <a:ext cx="4190999" cy="4948703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r>
                        <a:rPr lang="en-US" sz="2400" b="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LOGIN PAGE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DASHBOARD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PRODUCTS</a:t>
                      </a: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PREDICTIONS</a:t>
                      </a:r>
                      <a:endParaRPr lang="en-IN" sz="18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205" y="914400"/>
            <a:ext cx="4250049" cy="754144"/>
          </a:xfrm>
        </p:spPr>
        <p:txBody>
          <a:bodyPr anchor="b"/>
          <a:lstStyle/>
          <a:p>
            <a:r>
              <a:rPr lang="en-US" dirty="0"/>
              <a:t>LOGIN PAGE</a:t>
            </a:r>
          </a:p>
        </p:txBody>
      </p:sp>
      <p:pic>
        <p:nvPicPr>
          <p:cNvPr id="4" name="Picture Placeholder 3" descr="A person holding a plant">
            <a:extLst>
              <a:ext uri="{FF2B5EF4-FFF2-40B4-BE49-F238E27FC236}">
                <a16:creationId xmlns:a16="http://schemas.microsoft.com/office/drawing/2014/main" id="{0DEBEDD0-2C97-CD36-23CF-99F0828068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24497" r="24497"/>
          <a:stretch/>
        </p:blipFill>
        <p:spPr>
          <a:xfrm>
            <a:off x="-1" y="261780"/>
            <a:ext cx="5046134" cy="6596220"/>
          </a:xfrm>
          <a:solidFill>
            <a:schemeClr val="tx1"/>
          </a:solidFill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723509" y="1825406"/>
            <a:ext cx="5449824" cy="4462272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8" name="Picture Placeholder 21" descr="Person in black skirt and white shirt holding some dandelions">
            <a:extLst>
              <a:ext uri="{FF2B5EF4-FFF2-40B4-BE49-F238E27FC236}">
                <a16:creationId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" b="18"/>
          <a:stretch/>
        </p:blipFill>
        <p:spPr>
          <a:xfrm>
            <a:off x="7401941" y="0"/>
            <a:ext cx="4790059" cy="658706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582ACF-DA36-A762-AB9C-01FBE3BD61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532" b="7903"/>
          <a:stretch>
            <a:fillRect/>
          </a:stretch>
        </p:blipFill>
        <p:spPr>
          <a:xfrm>
            <a:off x="254523" y="745981"/>
            <a:ext cx="11830639" cy="509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990A-90CB-9983-3EC2-F4395FC1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60DE24-470D-3E2D-359A-84FA8237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DASHBOARD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A23C0-C778-7DE0-5E94-D539A5717B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5" name="Picture Placeholder 14" descr="A person in an apron holding a computer">
            <a:extLst>
              <a:ext uri="{FF2B5EF4-FFF2-40B4-BE49-F238E27FC236}">
                <a16:creationId xmlns:a16="http://schemas.microsoft.com/office/drawing/2014/main" id="{3BB54D6D-0FC6-1DC6-433C-C9A8C5396F0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1" r="331"/>
          <a:stretch/>
        </p:blipFill>
        <p:spPr>
          <a:xfrm>
            <a:off x="7623125" y="-20757"/>
            <a:ext cx="4589511" cy="6555026"/>
          </a:xfrm>
        </p:spPr>
      </p:pic>
    </p:spTree>
    <p:extLst>
      <p:ext uri="{BB962C8B-B14F-4D97-AF65-F5344CB8AC3E}">
        <p14:creationId xmlns:p14="http://schemas.microsoft.com/office/powerpoint/2010/main" val="3088562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5AC91E-6C4A-7E22-E2AA-417F98D5D2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57" b="7491"/>
          <a:stretch>
            <a:fillRect/>
          </a:stretch>
        </p:blipFill>
        <p:spPr>
          <a:xfrm>
            <a:off x="147686" y="923826"/>
            <a:ext cx="11896627" cy="516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5CB19-0587-0A20-DDBA-34DE3F73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7D585B-4D60-7AE6-69B8-A0B961D47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205" y="914400"/>
            <a:ext cx="4250049" cy="754144"/>
          </a:xfrm>
        </p:spPr>
        <p:txBody>
          <a:bodyPr anchor="b"/>
          <a:lstStyle/>
          <a:p>
            <a:r>
              <a:rPr lang="en-US" dirty="0"/>
              <a:t>PRODUCTS</a:t>
            </a:r>
          </a:p>
        </p:txBody>
      </p:sp>
      <p:pic>
        <p:nvPicPr>
          <p:cNvPr id="4" name="Picture Placeholder 3" descr="A person holding a plant">
            <a:extLst>
              <a:ext uri="{FF2B5EF4-FFF2-40B4-BE49-F238E27FC236}">
                <a16:creationId xmlns:a16="http://schemas.microsoft.com/office/drawing/2014/main" id="{F688C0D2-0FC6-D872-00C0-2EA53F4F26E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24497" r="24497"/>
          <a:stretch/>
        </p:blipFill>
        <p:spPr>
          <a:xfrm>
            <a:off x="-1" y="261780"/>
            <a:ext cx="5046134" cy="6596220"/>
          </a:xfrm>
          <a:solidFill>
            <a:schemeClr val="tx1"/>
          </a:solidFill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EC1A23-6D09-7A89-D946-516AB47184D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723509" y="1825406"/>
            <a:ext cx="5449824" cy="4462272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157089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78BEC-441D-8F20-9FCB-EAF488A9CD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20" b="7216"/>
          <a:stretch>
            <a:fillRect/>
          </a:stretch>
        </p:blipFill>
        <p:spPr>
          <a:xfrm>
            <a:off x="215787" y="584461"/>
            <a:ext cx="11760425" cy="51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3830D-0649-B271-BE2F-4989DF1B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755999-88C8-9F27-3D6F-E678E76E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C5924-19A7-F513-1811-1B471B8C8E8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5" name="Picture Placeholder 14" descr="A person in an apron holding a computer">
            <a:extLst>
              <a:ext uri="{FF2B5EF4-FFF2-40B4-BE49-F238E27FC236}">
                <a16:creationId xmlns:a16="http://schemas.microsoft.com/office/drawing/2014/main" id="{C904C4A7-CC8B-E710-41AE-C345F5525D4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1" r="331"/>
          <a:stretch/>
        </p:blipFill>
        <p:spPr>
          <a:xfrm>
            <a:off x="7623125" y="-20757"/>
            <a:ext cx="4589511" cy="6555026"/>
          </a:xfrm>
        </p:spPr>
      </p:pic>
    </p:spTree>
    <p:extLst>
      <p:ext uri="{BB962C8B-B14F-4D97-AF65-F5344CB8AC3E}">
        <p14:creationId xmlns:p14="http://schemas.microsoft.com/office/powerpoint/2010/main" val="2481756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E507-97C7-CF18-F77D-9460FB9E4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111D1B-B9AF-2D0A-98DE-705A0A04EB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5CB67-CCE4-07A0-D080-926E478A5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20" b="9003"/>
          <a:stretch>
            <a:fillRect/>
          </a:stretch>
        </p:blipFill>
        <p:spPr>
          <a:xfrm>
            <a:off x="208961" y="669303"/>
            <a:ext cx="11774078" cy="502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153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pPr lvl="1"/>
            <a:r>
              <a:rPr lang="en-US" dirty="0"/>
              <a:t>brita@firstupconsultants.com</a:t>
            </a:r>
          </a:p>
          <a:p>
            <a:pPr lvl="1"/>
            <a:r>
              <a:rPr lang="en-US" dirty="0"/>
              <a:t>www.firstupconsultants.com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 presentation</Template>
  <TotalTime>13</TotalTime>
  <Words>65</Words>
  <Application>Microsoft Office PowerPoint</Application>
  <PresentationFormat>Widescreen</PresentationFormat>
  <Paragraphs>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Gill Sans Nova Light</vt:lpstr>
      <vt:lpstr>Sagona Book</vt:lpstr>
      <vt:lpstr>Custom</vt:lpstr>
      <vt:lpstr>SmartStock Inventory Optimization for Retail Stores</vt:lpstr>
      <vt:lpstr>agenda</vt:lpstr>
      <vt:lpstr>LOGIN PAGE</vt:lpstr>
      <vt:lpstr>the power of communication</vt:lpstr>
      <vt:lpstr>DASHBOARD</vt:lpstr>
      <vt:lpstr>PowerPoint Presentation</vt:lpstr>
      <vt:lpstr>PRODUCTS</vt:lpstr>
      <vt:lpstr>PowerPoint Presentation</vt:lpstr>
      <vt:lpstr>PREDICTIONS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pro_ coder</dc:creator>
  <cp:lastModifiedBy>pro_ coder</cp:lastModifiedBy>
  <cp:revision>1</cp:revision>
  <dcterms:created xsi:type="dcterms:W3CDTF">2025-11-20T04:03:38Z</dcterms:created>
  <dcterms:modified xsi:type="dcterms:W3CDTF">2025-11-20T04:16:44Z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